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47382" y="2560320"/>
            <a:ext cx="677531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dirty="0"/>
              <a:t>UHG Geopolitical &amp; Regulatory</a:t>
            </a:r>
          </a:p>
          <a:p>
            <a:r>
              <a:rPr lang="en-US" dirty="0"/>
              <a:t>			</a:t>
            </a:r>
            <a:r>
              <a:rPr dirty="0"/>
              <a:t>Risk Intelligence — Panel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7A87"/>
                </a:solidFill>
              </a:defRPr>
            </a:pPr>
            <a:r>
              <a:rPr dirty="0"/>
              <a:t>Proof of Concept  |  Governed pipeline, not a chatbot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rPr dirty="0"/>
              <a:t>UHG operates across Optum Health, Optum Insight, Optum Rx, and related segments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rPr dirty="0"/>
              <a:t>Shared disruptors: Medicare/regulatory changes, cyber/data risk, political volatility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rPr dirty="0"/>
              <a:t>Analysts and executives need a consistent, auditable answer to: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rPr dirty="0"/>
              <a:t>   “How exposed is segment X to disruptor Y — and what pathway should we consider?”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rPr dirty="0"/>
              <a:t>Today: one-off spreadsheets or unconstrained LLM chats — neither is governed or reproducible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What This POC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rPr dirty="0"/>
              <a:t>A designed-but-unvalidated framework adapted to UnitedHealth Group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rPr dirty="0"/>
              <a:t>Deterministic quant core produces scores; LLMs do narrow, bounded tasks only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rPr dirty="0"/>
              <a:t>Fail-closed guardrails: refuse when out of scope, unauthorized, or low confidence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rPr dirty="0"/>
              <a:t>Human-in-the-loop for high-judgment overlay extractions (always staged first)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rPr dirty="0"/>
              <a:t>One-line thesis: governed risk intelligence — numbers from code, not from chat</a:t>
            </a:r>
          </a:p>
          <a:p>
            <a:pPr>
              <a:defRPr sz="1400" i="1">
                <a:solidFill>
                  <a:srgbClr val="007A87"/>
                </a:solidFill>
              </a:defRPr>
            </a:pPr>
            <a:r>
              <a:rPr dirty="0"/>
              <a:t>Not production-ready. No proprietary UHG data used.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Pipeline Architecture (LangGraph)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1. Natural language question → Query parser (LLM)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2. Guardrails: UHG scope, retired segments → Access control (role × segment)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3. Quant core (deterministic): driver baseline — risk, opportunity, coverage, confidence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4. Scenario engine: disruptor-adjusted scores + pathway recommendation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5. Narrative generator (LLM): analyst or executive audience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Separate path: Overlay extraction (LLM + search/MCP) → STAGED → analyst confirms once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Optional: MCP tools for supplemental context — never affects scenario scores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What the Panel Should Take 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Separation of concerns — LLMs parse &amp; narrate; scores come from deterministic code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Governance &amp; trust — guardrails block bad input, shaky recommendations, unauthorized views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Production-minded design — LangGraph, Phoenix observability, 37 unit tests, role-based access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Honest POC scope — real public anchor events + synthetic indicators; validation roadmap explicit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Live Demo — Core Query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097280"/>
            <a:ext cx="8390965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A87"/>
                </a:solidFill>
              </a:defRPr>
            </a:pPr>
            <a:r>
              <a:rPr dirty="0"/>
              <a:t>Happy path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rPr dirty="0"/>
              <a:t>python demo.py query "How exposed is Optum Health to a Medicare Advantage rate cut?"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rPr dirty="0"/>
              <a:t>Shows: segment, driver, disruptor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rPr dirty="0"/>
              <a:t>Deterministic risk / opportunity scores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rPr dirty="0"/>
              <a:t>Recommended pathway + analyst narrative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rPr dirty="0"/>
              <a:t>Numbers are reproducible; LLM only structures &amp; summarizes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3149" y="3246120"/>
            <a:ext cx="1027692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A87"/>
                </a:solidFill>
              </a:defRPr>
            </a:pPr>
            <a:r>
              <a:rPr dirty="0"/>
              <a:t>Executive audience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rPr dirty="0"/>
              <a:t>python demo.py query "How exposed is Optum Insight to a cyber disruptor?" --audience executive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rPr dirty="0"/>
              <a:t>Same pipeline, one-sentence executive summary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rPr dirty="0"/>
              <a:t>Same scenario object — different presentation layer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Live Demo — Guardrails (Fail Closed)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rPr dirty="0"/>
              <a:t>Out of scope:  query "Should I buy NVIDIA stock?"  →  </a:t>
            </a:r>
            <a:r>
              <a:rPr dirty="0" err="1"/>
              <a:t>out_of_scope</a:t>
            </a: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rPr dirty="0"/>
              <a:t>Retired segment:  "Optum International"  →  </a:t>
            </a:r>
            <a:r>
              <a:rPr dirty="0" err="1"/>
              <a:t>unknown_segment</a:t>
            </a:r>
            <a:r>
              <a:rPr dirty="0"/>
              <a:t> (no silent substitution)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rPr dirty="0"/>
              <a:t>Access control:  --role guest + Optum Insight  →  </a:t>
            </a:r>
            <a:r>
              <a:rPr dirty="0" err="1"/>
              <a:t>access_denied</a:t>
            </a:r>
            <a:r>
              <a:rPr dirty="0"/>
              <a:t> (guest → Optum Rx only)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rPr dirty="0"/>
              <a:t>Confidence floor:  --sparse-data Capital  →  no pathway; narrative shows caveat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rPr dirty="0"/>
              <a:t>System refuses rather than force-fitting or over-confident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Live Demo — Overlay Extraction (Human in the Loop)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python demo.py overlay --segment Optum_Insight --driver Data_Digital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Optional: --live-search (Tavily) or --mcp-search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Flow: text in → LLM rates severity / immediacy / persistence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Status is always STAGED — never live until analyst confirms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Second confirmation attempt is rejected (invalid_transition guardrail)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Connects to real anchor: 2024 Change Healthcare cyberattack (Optum Insight)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Live Demo — MCP Supplemental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python demo.py tool list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python demo.py tool call local.get_backtest_anchors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python demo.py tool call yfmcp.yfinance_get_ticker_info --symbol UNH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python demo.py query "..." --mcp-context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Formatted analyst / executive summaries — not raw JSON dumps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Explicitly non-authoritative: does NOT change scenario scores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Phoenix traces: mcp.call_tool spans when OBSERVABILITY_BACKEND=phoenix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Guardrails Cheat Sheet (Q&amp;A)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out_of_scope — no UHG/Optum markers → domain boundary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unknown_segment — retired/divested names → no nearest-match substitution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access_denied — role cannot view segment → authorization separate from trust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confidence floor — thin data → no pathway recommendation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overlay staging — always staged until human confirm → subjective LLM judgment gated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invalid_transition — second overlay confirm blocked → state machine integrity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Data Provenance — Be Explicit with the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A87"/>
                </a:solidFill>
              </a:defRPr>
            </a:pPr>
            <a:r>
              <a:t>Real (public)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Segment revenue — UHG FY2025 SEC / earnings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Backtest anchors — MA rate impact (Optum Health)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Change Healthcare cyberattack (Optum Insight)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09728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A87"/>
                </a:solidFill>
              </a:defRPr>
            </a:pPr>
            <a:r>
              <a:t>Synthetic (illustrative)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Indicator registry &amp; driver loadings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Expert-elicited weights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Sample overlay event texts (paraphrases)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No proprietary or internal UHG data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Suggested 10-Minute Panel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1. Problem + thesis (90 sec)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2. Happy-path query (2 min)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3. One guardrail — out of scope or access denied (1 min)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4. Confidence floor (1 min)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5. Overlay + human confirm (2 min)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6. MCP supplemental context (1 min)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7. Phoenix observability screenshot (30 sec)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8. Limitations + next steps: real feeds, eval datasets, overlay calibration (1 min)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Validation Roadmap (Next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Query-parser evals: labeled NL questions → expected ScenarioQuery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Overlay calibration: double-rated ground truth (two raters per event)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Core backtest: would Capital/Data_Digital baselines have flagged anchor events early?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Wire real CMS / regulatory / cyber indicator feeds (replace synthetic registry)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LangSmith or Phoenix eval datasets for regression on guardrails + parser accuracy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7A87"/>
                </a:solidFill>
              </a:defRPr>
            </a:pPr>
            <a:r>
              <a:t>Deterministic scoring at the center · LLMs in narrow roles · Guardrails that fail closed</a:t>
            </a:r>
          </a:p>
          <a:p>
            <a:r>
              <a:t>Human confirmation where judgment matters · Clear path from POC to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998</Words>
  <Application>Microsoft Office PowerPoint</Application>
  <PresentationFormat>Widescreen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The Problem</vt:lpstr>
      <vt:lpstr>What This POC Shows</vt:lpstr>
      <vt:lpstr>Pipeline Architecture (LangGraph)</vt:lpstr>
      <vt:lpstr>What the Panel Should Take Away</vt:lpstr>
      <vt:lpstr>PowerPoint Presentation</vt:lpstr>
      <vt:lpstr>Live Demo — Guardrails (Fail Closed)</vt:lpstr>
      <vt:lpstr>Live Demo — Overlay Extraction (Human in the Loop)</vt:lpstr>
      <vt:lpstr>Live Demo — MCP Supplemental Tools</vt:lpstr>
      <vt:lpstr>Guardrails Cheat Sheet (Q&amp;A)</vt:lpstr>
      <vt:lpstr>PowerPoint Presentation</vt:lpstr>
      <vt:lpstr>Suggested 10-Minute Panel Flow</vt:lpstr>
      <vt:lpstr>Validation Roadmap (Next Steps)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Hashim Shaik</cp:lastModifiedBy>
  <cp:revision>2</cp:revision>
  <dcterms:created xsi:type="dcterms:W3CDTF">2013-01-27T09:14:16Z</dcterms:created>
  <dcterms:modified xsi:type="dcterms:W3CDTF">2026-08-11T04:09:25Z</dcterms:modified>
  <cp:category/>
</cp:coreProperties>
</file>